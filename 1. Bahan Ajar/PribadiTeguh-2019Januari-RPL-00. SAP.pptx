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407" r:id="rId3"/>
    <p:sldId id="414" r:id="rId4"/>
    <p:sldId id="420" r:id="rId5"/>
    <p:sldId id="421" r:id="rId6"/>
    <p:sldId id="422" r:id="rId7"/>
    <p:sldId id="423" r:id="rId8"/>
    <p:sldId id="424" r:id="rId9"/>
    <p:sldId id="425" r:id="rId10"/>
    <p:sldId id="427" r:id="rId11"/>
    <p:sldId id="426" r:id="rId12"/>
    <p:sldId id="428" r:id="rId13"/>
    <p:sldId id="42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28" autoAdjust="0"/>
    <p:restoredTop sz="94660"/>
  </p:normalViewPr>
  <p:slideViewPr>
    <p:cSldViewPr snapToGrid="0">
      <p:cViewPr varScale="1">
        <p:scale>
          <a:sx n="94" d="100"/>
          <a:sy n="94" d="100"/>
        </p:scale>
        <p:origin x="690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3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9B9C81-35E4-4B26-9155-BE58745C8B55}" type="doc">
      <dgm:prSet loTypeId="urn:microsoft.com/office/officeart/2005/8/layout/hProcess4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D"/>
        </a:p>
      </dgm:t>
    </dgm:pt>
    <dgm:pt modelId="{8C95BAEB-3D69-4188-A818-D0522EE87479}">
      <dgm:prSet phldrT="[Text]"/>
      <dgm:spPr/>
      <dgm:t>
        <a:bodyPr/>
        <a:lstStyle/>
        <a:p>
          <a:r>
            <a:rPr lang="en-US" b="1" dirty="0" err="1"/>
            <a:t>Capaian</a:t>
          </a:r>
          <a:r>
            <a:rPr lang="en-US" b="1" dirty="0"/>
            <a:t> </a:t>
          </a:r>
          <a:r>
            <a:rPr lang="en-US" b="1" dirty="0" err="1"/>
            <a:t>Matakuliah</a:t>
          </a:r>
          <a:r>
            <a:rPr lang="en-US" b="1" dirty="0"/>
            <a:t> RPL</a:t>
          </a:r>
          <a:endParaRPr lang="en-ID" b="1" dirty="0"/>
        </a:p>
      </dgm:t>
    </dgm:pt>
    <dgm:pt modelId="{D4BA8772-277E-4B64-9123-36A42163023C}" type="parTrans" cxnId="{384E2772-E62C-40FB-9AD7-C52B34F83B7D}">
      <dgm:prSet/>
      <dgm:spPr/>
      <dgm:t>
        <a:bodyPr/>
        <a:lstStyle/>
        <a:p>
          <a:endParaRPr lang="en-ID"/>
        </a:p>
      </dgm:t>
    </dgm:pt>
    <dgm:pt modelId="{E8604B6F-7061-4ADF-8B45-C3F449EA3A88}" type="sibTrans" cxnId="{384E2772-E62C-40FB-9AD7-C52B34F83B7D}">
      <dgm:prSet/>
      <dgm:spPr/>
      <dgm:t>
        <a:bodyPr/>
        <a:lstStyle/>
        <a:p>
          <a:endParaRPr lang="en-ID"/>
        </a:p>
      </dgm:t>
    </dgm:pt>
    <dgm:pt modelId="{8125C686-6A53-4748-AEEF-B186D8AFFD18}">
      <dgm:prSet phldrT="[Text]" custT="1"/>
      <dgm:spPr/>
      <dgm:t>
        <a:bodyPr/>
        <a:lstStyle/>
        <a:p>
          <a:pPr>
            <a:buFont typeface="+mj-lt"/>
            <a:buAutoNum type="arabicParenR"/>
          </a:pPr>
          <a:r>
            <a:rPr lang="en-US" sz="2000" dirty="0" err="1"/>
            <a:t>Pemodelan</a:t>
          </a:r>
          <a:r>
            <a:rPr lang="en-US" sz="2000" dirty="0"/>
            <a:t> proses PL</a:t>
          </a:r>
          <a:endParaRPr lang="en-ID" sz="2000" dirty="0"/>
        </a:p>
      </dgm:t>
    </dgm:pt>
    <dgm:pt modelId="{91127CE9-BC7E-42D4-8B44-6AFF4B954448}" type="parTrans" cxnId="{5E223DBF-1188-410C-9E40-495CF3AA8F0F}">
      <dgm:prSet/>
      <dgm:spPr/>
      <dgm:t>
        <a:bodyPr/>
        <a:lstStyle/>
        <a:p>
          <a:endParaRPr lang="en-ID"/>
        </a:p>
      </dgm:t>
    </dgm:pt>
    <dgm:pt modelId="{C4076357-24EC-4512-8937-98D5BD715D4B}" type="sibTrans" cxnId="{5E223DBF-1188-410C-9E40-495CF3AA8F0F}">
      <dgm:prSet/>
      <dgm:spPr/>
      <dgm:t>
        <a:bodyPr/>
        <a:lstStyle/>
        <a:p>
          <a:endParaRPr lang="en-ID"/>
        </a:p>
      </dgm:t>
    </dgm:pt>
    <dgm:pt modelId="{2D0C8914-D217-4B87-8111-DF93D8E05F52}">
      <dgm:prSet phldrT="[Text]"/>
      <dgm:spPr/>
      <dgm:t>
        <a:bodyPr/>
        <a:lstStyle/>
        <a:p>
          <a:r>
            <a:rPr lang="en-US" b="1" dirty="0" err="1"/>
            <a:t>Bahasan</a:t>
          </a:r>
          <a:r>
            <a:rPr lang="en-US" b="1" dirty="0"/>
            <a:t> RPL</a:t>
          </a:r>
          <a:endParaRPr lang="en-ID" b="1" dirty="0"/>
        </a:p>
      </dgm:t>
    </dgm:pt>
    <dgm:pt modelId="{B38D890C-A37E-4E4A-BADF-741D5895A666}" type="parTrans" cxnId="{4F2C0580-5929-4C82-8F55-A364534F4803}">
      <dgm:prSet/>
      <dgm:spPr/>
      <dgm:t>
        <a:bodyPr/>
        <a:lstStyle/>
        <a:p>
          <a:endParaRPr lang="en-ID"/>
        </a:p>
      </dgm:t>
    </dgm:pt>
    <dgm:pt modelId="{CC034A4E-8D21-4F2C-8704-7395D66430E1}" type="sibTrans" cxnId="{4F2C0580-5929-4C82-8F55-A364534F4803}">
      <dgm:prSet/>
      <dgm:spPr/>
      <dgm:t>
        <a:bodyPr/>
        <a:lstStyle/>
        <a:p>
          <a:endParaRPr lang="en-ID"/>
        </a:p>
      </dgm:t>
    </dgm:pt>
    <dgm:pt modelId="{5555E4F9-BDF1-4A51-9DAC-A629E612AFD7}">
      <dgm:prSet phldrT="[Text]" custT="1"/>
      <dgm:spPr/>
      <dgm:t>
        <a:bodyPr/>
        <a:lstStyle/>
        <a:p>
          <a:pPr>
            <a:buFont typeface="+mj-lt"/>
            <a:buAutoNum type="arabicParenR"/>
          </a:pPr>
          <a:r>
            <a:rPr lang="en-US" sz="2000" dirty="0"/>
            <a:t>Process</a:t>
          </a:r>
          <a:endParaRPr lang="en-ID" sz="2000" dirty="0"/>
        </a:p>
      </dgm:t>
    </dgm:pt>
    <dgm:pt modelId="{8503EDB5-91B2-4D7B-839D-040DB8241289}" type="parTrans" cxnId="{CF26C545-0C35-49ED-84D0-A8A2428AC366}">
      <dgm:prSet/>
      <dgm:spPr/>
      <dgm:t>
        <a:bodyPr/>
        <a:lstStyle/>
        <a:p>
          <a:endParaRPr lang="en-ID"/>
        </a:p>
      </dgm:t>
    </dgm:pt>
    <dgm:pt modelId="{DB41DBC9-2B7D-4C6D-A1BC-E9C8D93A4F2A}" type="sibTrans" cxnId="{CF26C545-0C35-49ED-84D0-A8A2428AC366}">
      <dgm:prSet/>
      <dgm:spPr/>
      <dgm:t>
        <a:bodyPr/>
        <a:lstStyle/>
        <a:p>
          <a:endParaRPr lang="en-ID"/>
        </a:p>
      </dgm:t>
    </dgm:pt>
    <dgm:pt modelId="{F2BDC66F-D88F-489A-8C4D-497B91317696}">
      <dgm:prSet phldrT="[Text]" custT="1"/>
      <dgm:spPr/>
      <dgm:t>
        <a:bodyPr/>
        <a:lstStyle/>
        <a:p>
          <a:pPr>
            <a:buFont typeface="+mj-lt"/>
            <a:buAutoNum type="arabicParenR"/>
          </a:pPr>
          <a:r>
            <a:rPr lang="en-US" sz="2000" dirty="0"/>
            <a:t>Methodology</a:t>
          </a:r>
          <a:endParaRPr lang="en-ID" sz="2000" dirty="0"/>
        </a:p>
      </dgm:t>
    </dgm:pt>
    <dgm:pt modelId="{7578C6D6-E345-4E0B-913F-58AE648EA9CF}" type="parTrans" cxnId="{E410E901-6A74-4479-8982-CED165667FAF}">
      <dgm:prSet/>
      <dgm:spPr/>
      <dgm:t>
        <a:bodyPr/>
        <a:lstStyle/>
        <a:p>
          <a:endParaRPr lang="en-ID"/>
        </a:p>
      </dgm:t>
    </dgm:pt>
    <dgm:pt modelId="{3C625009-2362-4899-84D8-F71F7900BF71}" type="sibTrans" cxnId="{E410E901-6A74-4479-8982-CED165667FAF}">
      <dgm:prSet/>
      <dgm:spPr/>
      <dgm:t>
        <a:bodyPr/>
        <a:lstStyle/>
        <a:p>
          <a:endParaRPr lang="en-ID"/>
        </a:p>
      </dgm:t>
    </dgm:pt>
    <dgm:pt modelId="{927AA76E-CD01-43D9-BBFE-A3AC92EC7631}">
      <dgm:prSet phldrT="[Text]" custT="1"/>
      <dgm:spPr/>
      <dgm:t>
        <a:bodyPr/>
        <a:lstStyle/>
        <a:p>
          <a:pPr>
            <a:buFont typeface="+mj-lt"/>
            <a:buNone/>
          </a:pPr>
          <a:r>
            <a:rPr lang="en-US" sz="2000" dirty="0"/>
            <a:t>0) SAP</a:t>
          </a:r>
          <a:endParaRPr lang="en-ID" sz="2000" dirty="0"/>
        </a:p>
      </dgm:t>
    </dgm:pt>
    <dgm:pt modelId="{93B33D24-84CF-435D-BB35-9B7BF0AC9BDE}" type="parTrans" cxnId="{44900E64-9A79-42E5-87D6-361C47729B76}">
      <dgm:prSet/>
      <dgm:spPr/>
      <dgm:t>
        <a:bodyPr/>
        <a:lstStyle/>
        <a:p>
          <a:endParaRPr lang="en-ID"/>
        </a:p>
      </dgm:t>
    </dgm:pt>
    <dgm:pt modelId="{994009AB-CB57-4FB4-9019-83C66F09DF90}" type="sibTrans" cxnId="{44900E64-9A79-42E5-87D6-361C47729B76}">
      <dgm:prSet/>
      <dgm:spPr/>
      <dgm:t>
        <a:bodyPr/>
        <a:lstStyle/>
        <a:p>
          <a:endParaRPr lang="en-ID"/>
        </a:p>
      </dgm:t>
    </dgm:pt>
    <dgm:pt modelId="{8853456A-82AF-4D63-9557-5C2549D6CCCA}">
      <dgm:prSet phldrT="[Text]" custT="1"/>
      <dgm:spPr/>
      <dgm:t>
        <a:bodyPr/>
        <a:lstStyle/>
        <a:p>
          <a:pPr>
            <a:buFont typeface="+mj-lt"/>
            <a:buAutoNum type="arabicParenR"/>
          </a:pPr>
          <a:r>
            <a:rPr lang="en-US" sz="2000" dirty="0"/>
            <a:t>Introduction</a:t>
          </a:r>
          <a:endParaRPr lang="en-ID" sz="2000" dirty="0"/>
        </a:p>
      </dgm:t>
    </dgm:pt>
    <dgm:pt modelId="{C4CC9DAC-0793-4D9E-976E-23CA0BEEC784}" type="parTrans" cxnId="{EDFC8AAB-F24C-42AA-B553-94F04AAF4915}">
      <dgm:prSet/>
      <dgm:spPr/>
      <dgm:t>
        <a:bodyPr/>
        <a:lstStyle/>
        <a:p>
          <a:endParaRPr lang="en-ID"/>
        </a:p>
      </dgm:t>
    </dgm:pt>
    <dgm:pt modelId="{6704ABEE-1CA7-4E47-AB1C-C1C3571EC14B}" type="sibTrans" cxnId="{EDFC8AAB-F24C-42AA-B553-94F04AAF4915}">
      <dgm:prSet/>
      <dgm:spPr/>
      <dgm:t>
        <a:bodyPr/>
        <a:lstStyle/>
        <a:p>
          <a:endParaRPr lang="en-ID"/>
        </a:p>
      </dgm:t>
    </dgm:pt>
    <dgm:pt modelId="{72F4517B-E156-458C-8C2F-C2973F489408}">
      <dgm:prSet phldrT="[Text]" custT="1"/>
      <dgm:spPr/>
      <dgm:t>
        <a:bodyPr/>
        <a:lstStyle/>
        <a:p>
          <a:pPr>
            <a:buFont typeface="+mj-lt"/>
            <a:buAutoNum type="arabicParenR"/>
          </a:pPr>
          <a:r>
            <a:rPr lang="en-US" sz="2000" dirty="0"/>
            <a:t>Quality</a:t>
          </a:r>
          <a:endParaRPr lang="en-ID" sz="2000" dirty="0"/>
        </a:p>
      </dgm:t>
    </dgm:pt>
    <dgm:pt modelId="{19089C05-D24E-42E8-86D2-D0A50525B50B}" type="parTrans" cxnId="{B7BD6BCC-8BE4-4016-8710-3008E79A8A43}">
      <dgm:prSet/>
      <dgm:spPr/>
      <dgm:t>
        <a:bodyPr/>
        <a:lstStyle/>
        <a:p>
          <a:endParaRPr lang="en-ID"/>
        </a:p>
      </dgm:t>
    </dgm:pt>
    <dgm:pt modelId="{21B40D0F-4CFC-4BB6-AF53-1520FDF68454}" type="sibTrans" cxnId="{B7BD6BCC-8BE4-4016-8710-3008E79A8A43}">
      <dgm:prSet/>
      <dgm:spPr/>
      <dgm:t>
        <a:bodyPr/>
        <a:lstStyle/>
        <a:p>
          <a:endParaRPr lang="en-ID"/>
        </a:p>
      </dgm:t>
    </dgm:pt>
    <dgm:pt modelId="{2FE93A97-5DC8-4B9B-B7BA-862ADC8B20F8}">
      <dgm:prSet phldrT="[Text]" custT="1"/>
      <dgm:spPr/>
      <dgm:t>
        <a:bodyPr/>
        <a:lstStyle/>
        <a:p>
          <a:pPr>
            <a:buFont typeface="+mj-lt"/>
            <a:buAutoNum type="arabicParenR"/>
          </a:pPr>
          <a:r>
            <a:rPr lang="en-US" sz="2000" dirty="0"/>
            <a:t>Research</a:t>
          </a:r>
          <a:endParaRPr lang="en-ID" sz="2000" dirty="0"/>
        </a:p>
      </dgm:t>
    </dgm:pt>
    <dgm:pt modelId="{C87FCD44-EDE1-439F-9006-E2F14C7F1ADA}" type="parTrans" cxnId="{161D4F4F-1103-4870-B3A0-12913BC4F2A4}">
      <dgm:prSet/>
      <dgm:spPr/>
      <dgm:t>
        <a:bodyPr/>
        <a:lstStyle/>
        <a:p>
          <a:endParaRPr lang="en-ID"/>
        </a:p>
      </dgm:t>
    </dgm:pt>
    <dgm:pt modelId="{0D9A80A8-8F4D-456D-B26C-24895BAAD85E}" type="sibTrans" cxnId="{161D4F4F-1103-4870-B3A0-12913BC4F2A4}">
      <dgm:prSet/>
      <dgm:spPr/>
      <dgm:t>
        <a:bodyPr/>
        <a:lstStyle/>
        <a:p>
          <a:endParaRPr lang="en-ID"/>
        </a:p>
      </dgm:t>
    </dgm:pt>
    <dgm:pt modelId="{BD5EC021-A124-49E4-968F-171278A75E4A}">
      <dgm:prSet phldrT="[Text]" custT="1"/>
      <dgm:spPr/>
      <dgm:t>
        <a:bodyPr/>
        <a:lstStyle/>
        <a:p>
          <a:pPr>
            <a:buFont typeface="+mj-lt"/>
            <a:buAutoNum type="arabicParenR"/>
          </a:pPr>
          <a:r>
            <a:rPr lang="en-US" sz="2000" dirty="0" err="1"/>
            <a:t>Pemahaman</a:t>
          </a:r>
          <a:r>
            <a:rPr lang="en-US" sz="2000" dirty="0"/>
            <a:t> </a:t>
          </a:r>
          <a:r>
            <a:rPr lang="en-US" sz="2000" dirty="0" err="1"/>
            <a:t>pengembangan</a:t>
          </a:r>
          <a:r>
            <a:rPr lang="en-US" sz="2000" dirty="0"/>
            <a:t>  </a:t>
          </a:r>
          <a:r>
            <a:rPr lang="en-US" sz="2000" dirty="0" err="1"/>
            <a:t>beserta</a:t>
          </a:r>
          <a:r>
            <a:rPr lang="en-US" sz="2000" dirty="0"/>
            <a:t> </a:t>
          </a:r>
          <a:r>
            <a:rPr lang="en-US" sz="2000" dirty="0" err="1"/>
            <a:t>pengujiannya</a:t>
          </a:r>
          <a:endParaRPr lang="en-ID" sz="2000" dirty="0"/>
        </a:p>
      </dgm:t>
    </dgm:pt>
    <dgm:pt modelId="{BDEA5FC3-CE30-4616-A1B7-2D1448C4EF9E}" type="parTrans" cxnId="{DD17F27F-9C12-49CB-9737-18C3F8CD70E6}">
      <dgm:prSet/>
      <dgm:spPr/>
      <dgm:t>
        <a:bodyPr/>
        <a:lstStyle/>
        <a:p>
          <a:endParaRPr lang="en-ID"/>
        </a:p>
      </dgm:t>
    </dgm:pt>
    <dgm:pt modelId="{7AAA54E0-0503-4511-8A6C-727B981B4818}" type="sibTrans" cxnId="{DD17F27F-9C12-49CB-9737-18C3F8CD70E6}">
      <dgm:prSet/>
      <dgm:spPr/>
      <dgm:t>
        <a:bodyPr/>
        <a:lstStyle/>
        <a:p>
          <a:endParaRPr lang="en-ID"/>
        </a:p>
      </dgm:t>
    </dgm:pt>
    <dgm:pt modelId="{EBD487FB-414F-4E06-A44C-FA8ECF308088}" type="pres">
      <dgm:prSet presAssocID="{DA9B9C81-35E4-4B26-9155-BE58745C8B55}" presName="Name0" presStyleCnt="0">
        <dgm:presLayoutVars>
          <dgm:dir/>
          <dgm:animLvl val="lvl"/>
          <dgm:resizeHandles val="exact"/>
        </dgm:presLayoutVars>
      </dgm:prSet>
      <dgm:spPr/>
    </dgm:pt>
    <dgm:pt modelId="{932830A9-4258-4DAF-9D42-597F4BA76CFA}" type="pres">
      <dgm:prSet presAssocID="{DA9B9C81-35E4-4B26-9155-BE58745C8B55}" presName="tSp" presStyleCnt="0"/>
      <dgm:spPr/>
    </dgm:pt>
    <dgm:pt modelId="{83E88471-D388-442D-83E1-80240DD0B932}" type="pres">
      <dgm:prSet presAssocID="{DA9B9C81-35E4-4B26-9155-BE58745C8B55}" presName="bSp" presStyleCnt="0"/>
      <dgm:spPr/>
    </dgm:pt>
    <dgm:pt modelId="{488A8D45-243D-4546-BD37-7B900B16CDD1}" type="pres">
      <dgm:prSet presAssocID="{DA9B9C81-35E4-4B26-9155-BE58745C8B55}" presName="process" presStyleCnt="0"/>
      <dgm:spPr/>
    </dgm:pt>
    <dgm:pt modelId="{ECC0DB39-E835-45E2-874A-EA159A20184B}" type="pres">
      <dgm:prSet presAssocID="{8C95BAEB-3D69-4188-A818-D0522EE87479}" presName="composite1" presStyleCnt="0"/>
      <dgm:spPr/>
    </dgm:pt>
    <dgm:pt modelId="{6B658F55-19AD-42AB-96C8-BAB5C8951E34}" type="pres">
      <dgm:prSet presAssocID="{8C95BAEB-3D69-4188-A818-D0522EE87479}" presName="dummyNode1" presStyleLbl="node1" presStyleIdx="0" presStyleCnt="2"/>
      <dgm:spPr/>
    </dgm:pt>
    <dgm:pt modelId="{459D2309-0A75-4493-B209-7C22877BF9EC}" type="pres">
      <dgm:prSet presAssocID="{8C95BAEB-3D69-4188-A818-D0522EE87479}" presName="childNode1" presStyleLbl="bgAcc1" presStyleIdx="0" presStyleCnt="2">
        <dgm:presLayoutVars>
          <dgm:bulletEnabled val="1"/>
        </dgm:presLayoutVars>
      </dgm:prSet>
      <dgm:spPr/>
    </dgm:pt>
    <dgm:pt modelId="{38F7599E-DA4E-42C1-8950-2B091A4D6BFA}" type="pres">
      <dgm:prSet presAssocID="{8C95BAEB-3D69-4188-A818-D0522EE87479}" presName="childNode1tx" presStyleLbl="bgAcc1" presStyleIdx="0" presStyleCnt="2">
        <dgm:presLayoutVars>
          <dgm:bulletEnabled val="1"/>
        </dgm:presLayoutVars>
      </dgm:prSet>
      <dgm:spPr/>
    </dgm:pt>
    <dgm:pt modelId="{0D50CBA4-AF38-4549-BF35-B1CD50797486}" type="pres">
      <dgm:prSet presAssocID="{8C95BAEB-3D69-4188-A818-D0522EE87479}" presName="parentNode1" presStyleLbl="node1" presStyleIdx="0" presStyleCnt="2">
        <dgm:presLayoutVars>
          <dgm:chMax val="1"/>
          <dgm:bulletEnabled val="1"/>
        </dgm:presLayoutVars>
      </dgm:prSet>
      <dgm:spPr/>
    </dgm:pt>
    <dgm:pt modelId="{3E42B09F-D2D7-45D1-ABCD-D68957B22346}" type="pres">
      <dgm:prSet presAssocID="{8C95BAEB-3D69-4188-A818-D0522EE87479}" presName="connSite1" presStyleCnt="0"/>
      <dgm:spPr/>
    </dgm:pt>
    <dgm:pt modelId="{ED055228-E220-4023-A680-6127B4904C44}" type="pres">
      <dgm:prSet presAssocID="{E8604B6F-7061-4ADF-8B45-C3F449EA3A88}" presName="Name9" presStyleLbl="sibTrans2D1" presStyleIdx="0" presStyleCnt="1"/>
      <dgm:spPr/>
    </dgm:pt>
    <dgm:pt modelId="{2DD8A7FF-04FB-45BA-A2B0-85E880874AB3}" type="pres">
      <dgm:prSet presAssocID="{2D0C8914-D217-4B87-8111-DF93D8E05F52}" presName="composite2" presStyleCnt="0"/>
      <dgm:spPr/>
    </dgm:pt>
    <dgm:pt modelId="{393C1F26-DF5C-4842-84DA-301CFC122E34}" type="pres">
      <dgm:prSet presAssocID="{2D0C8914-D217-4B87-8111-DF93D8E05F52}" presName="dummyNode2" presStyleLbl="node1" presStyleIdx="0" presStyleCnt="2"/>
      <dgm:spPr/>
    </dgm:pt>
    <dgm:pt modelId="{1C6786B6-8A11-45B3-A2B2-DC33A7D5790E}" type="pres">
      <dgm:prSet presAssocID="{2D0C8914-D217-4B87-8111-DF93D8E05F52}" presName="childNode2" presStyleLbl="bgAcc1" presStyleIdx="1" presStyleCnt="2" custScaleX="168080" custScaleY="129623">
        <dgm:presLayoutVars>
          <dgm:bulletEnabled val="1"/>
        </dgm:presLayoutVars>
      </dgm:prSet>
      <dgm:spPr/>
    </dgm:pt>
    <dgm:pt modelId="{8DC94C74-C9AD-4933-9E48-63C9BBE5AFB8}" type="pres">
      <dgm:prSet presAssocID="{2D0C8914-D217-4B87-8111-DF93D8E05F52}" presName="childNode2tx" presStyleLbl="bgAcc1" presStyleIdx="1" presStyleCnt="2">
        <dgm:presLayoutVars>
          <dgm:bulletEnabled val="1"/>
        </dgm:presLayoutVars>
      </dgm:prSet>
      <dgm:spPr/>
    </dgm:pt>
    <dgm:pt modelId="{BCFCB2AB-72EE-474E-8BC1-265C65B963A9}" type="pres">
      <dgm:prSet presAssocID="{2D0C8914-D217-4B87-8111-DF93D8E05F52}" presName="parentNode2" presStyleLbl="node1" presStyleIdx="1" presStyleCnt="2">
        <dgm:presLayoutVars>
          <dgm:chMax val="0"/>
          <dgm:bulletEnabled val="1"/>
        </dgm:presLayoutVars>
      </dgm:prSet>
      <dgm:spPr/>
    </dgm:pt>
    <dgm:pt modelId="{ED405363-67BC-4056-8F9C-1CBE000E932C}" type="pres">
      <dgm:prSet presAssocID="{2D0C8914-D217-4B87-8111-DF93D8E05F52}" presName="connSite2" presStyleCnt="0"/>
      <dgm:spPr/>
    </dgm:pt>
  </dgm:ptLst>
  <dgm:cxnLst>
    <dgm:cxn modelId="{E410E901-6A74-4479-8982-CED165667FAF}" srcId="{2D0C8914-D217-4B87-8111-DF93D8E05F52}" destId="{F2BDC66F-D88F-489A-8C4D-497B91317696}" srcOrd="3" destOrd="0" parTransId="{7578C6D6-E345-4E0B-913F-58AE648EA9CF}" sibTransId="{3C625009-2362-4899-84D8-F71F7900BF71}"/>
    <dgm:cxn modelId="{1AFF3411-82A7-4973-A782-218C9D12E446}" type="presOf" srcId="{8125C686-6A53-4748-AEEF-B186D8AFFD18}" destId="{459D2309-0A75-4493-B209-7C22877BF9EC}" srcOrd="0" destOrd="0" presId="urn:microsoft.com/office/officeart/2005/8/layout/hProcess4"/>
    <dgm:cxn modelId="{4A490013-77E1-468B-B2C4-633AA3EE6999}" type="presOf" srcId="{927AA76E-CD01-43D9-BBFE-A3AC92EC7631}" destId="{1C6786B6-8A11-45B3-A2B2-DC33A7D5790E}" srcOrd="0" destOrd="0" presId="urn:microsoft.com/office/officeart/2005/8/layout/hProcess4"/>
    <dgm:cxn modelId="{533BDC32-63E9-49A1-94D6-CCF28CE07016}" type="presOf" srcId="{DA9B9C81-35E4-4B26-9155-BE58745C8B55}" destId="{EBD487FB-414F-4E06-A44C-FA8ECF308088}" srcOrd="0" destOrd="0" presId="urn:microsoft.com/office/officeart/2005/8/layout/hProcess4"/>
    <dgm:cxn modelId="{29D87A43-2EA2-4AEF-8C26-9B810A678B7A}" type="presOf" srcId="{72F4517B-E156-458C-8C2F-C2973F489408}" destId="{8DC94C74-C9AD-4933-9E48-63C9BBE5AFB8}" srcOrd="1" destOrd="4" presId="urn:microsoft.com/office/officeart/2005/8/layout/hProcess4"/>
    <dgm:cxn modelId="{44900E64-9A79-42E5-87D6-361C47729B76}" srcId="{2D0C8914-D217-4B87-8111-DF93D8E05F52}" destId="{927AA76E-CD01-43D9-BBFE-A3AC92EC7631}" srcOrd="0" destOrd="0" parTransId="{93B33D24-84CF-435D-BB35-9B7BF0AC9BDE}" sibTransId="{994009AB-CB57-4FB4-9019-83C66F09DF90}"/>
    <dgm:cxn modelId="{CF26C545-0C35-49ED-84D0-A8A2428AC366}" srcId="{2D0C8914-D217-4B87-8111-DF93D8E05F52}" destId="{5555E4F9-BDF1-4A51-9DAC-A629E612AFD7}" srcOrd="2" destOrd="0" parTransId="{8503EDB5-91B2-4D7B-839D-040DB8241289}" sibTransId="{DB41DBC9-2B7D-4C6D-A1BC-E9C8D93A4F2A}"/>
    <dgm:cxn modelId="{73FC5E67-884A-4AEF-AD26-6F35363E4212}" type="presOf" srcId="{F2BDC66F-D88F-489A-8C4D-497B91317696}" destId="{1C6786B6-8A11-45B3-A2B2-DC33A7D5790E}" srcOrd="0" destOrd="3" presId="urn:microsoft.com/office/officeart/2005/8/layout/hProcess4"/>
    <dgm:cxn modelId="{6AC1E96D-AD61-40DD-BDC3-AA832631FCD4}" type="presOf" srcId="{F2BDC66F-D88F-489A-8C4D-497B91317696}" destId="{8DC94C74-C9AD-4933-9E48-63C9BBE5AFB8}" srcOrd="1" destOrd="3" presId="urn:microsoft.com/office/officeart/2005/8/layout/hProcess4"/>
    <dgm:cxn modelId="{161D4F4F-1103-4870-B3A0-12913BC4F2A4}" srcId="{2D0C8914-D217-4B87-8111-DF93D8E05F52}" destId="{2FE93A97-5DC8-4B9B-B7BA-862ADC8B20F8}" srcOrd="5" destOrd="0" parTransId="{C87FCD44-EDE1-439F-9006-E2F14C7F1ADA}" sibTransId="{0D9A80A8-8F4D-456D-B26C-24895BAAD85E}"/>
    <dgm:cxn modelId="{8BB8F771-7F00-4EBB-81D0-E078F9DDE325}" type="presOf" srcId="{E8604B6F-7061-4ADF-8B45-C3F449EA3A88}" destId="{ED055228-E220-4023-A680-6127B4904C44}" srcOrd="0" destOrd="0" presId="urn:microsoft.com/office/officeart/2005/8/layout/hProcess4"/>
    <dgm:cxn modelId="{384E2772-E62C-40FB-9AD7-C52B34F83B7D}" srcId="{DA9B9C81-35E4-4B26-9155-BE58745C8B55}" destId="{8C95BAEB-3D69-4188-A818-D0522EE87479}" srcOrd="0" destOrd="0" parTransId="{D4BA8772-277E-4B64-9123-36A42163023C}" sibTransId="{E8604B6F-7061-4ADF-8B45-C3F449EA3A88}"/>
    <dgm:cxn modelId="{A62E8F53-481E-486B-9801-EDAC874132D7}" type="presOf" srcId="{BD5EC021-A124-49E4-968F-171278A75E4A}" destId="{459D2309-0A75-4493-B209-7C22877BF9EC}" srcOrd="0" destOrd="1" presId="urn:microsoft.com/office/officeart/2005/8/layout/hProcess4"/>
    <dgm:cxn modelId="{4F841476-3E58-4D3E-8BDF-7DA50D917F0C}" type="presOf" srcId="{5555E4F9-BDF1-4A51-9DAC-A629E612AFD7}" destId="{8DC94C74-C9AD-4933-9E48-63C9BBE5AFB8}" srcOrd="1" destOrd="2" presId="urn:microsoft.com/office/officeart/2005/8/layout/hProcess4"/>
    <dgm:cxn modelId="{5DB32979-BCF5-4C72-9F50-774F6CF05398}" type="presOf" srcId="{8853456A-82AF-4D63-9557-5C2549D6CCCA}" destId="{1C6786B6-8A11-45B3-A2B2-DC33A7D5790E}" srcOrd="0" destOrd="1" presId="urn:microsoft.com/office/officeart/2005/8/layout/hProcess4"/>
    <dgm:cxn modelId="{34EDB67C-5506-4A4F-B492-0257E9981A09}" type="presOf" srcId="{BD5EC021-A124-49E4-968F-171278A75E4A}" destId="{38F7599E-DA4E-42C1-8950-2B091A4D6BFA}" srcOrd="1" destOrd="1" presId="urn:microsoft.com/office/officeart/2005/8/layout/hProcess4"/>
    <dgm:cxn modelId="{DD17F27F-9C12-49CB-9737-18C3F8CD70E6}" srcId="{8C95BAEB-3D69-4188-A818-D0522EE87479}" destId="{BD5EC021-A124-49E4-968F-171278A75E4A}" srcOrd="1" destOrd="0" parTransId="{BDEA5FC3-CE30-4616-A1B7-2D1448C4EF9E}" sibTransId="{7AAA54E0-0503-4511-8A6C-727B981B4818}"/>
    <dgm:cxn modelId="{4F2C0580-5929-4C82-8F55-A364534F4803}" srcId="{DA9B9C81-35E4-4B26-9155-BE58745C8B55}" destId="{2D0C8914-D217-4B87-8111-DF93D8E05F52}" srcOrd="1" destOrd="0" parTransId="{B38D890C-A37E-4E4A-BADF-741D5895A666}" sibTransId="{CC034A4E-8D21-4F2C-8704-7395D66430E1}"/>
    <dgm:cxn modelId="{A30D8C8A-5AD2-4835-9354-011821191CDD}" type="presOf" srcId="{8C95BAEB-3D69-4188-A818-D0522EE87479}" destId="{0D50CBA4-AF38-4549-BF35-B1CD50797486}" srcOrd="0" destOrd="0" presId="urn:microsoft.com/office/officeart/2005/8/layout/hProcess4"/>
    <dgm:cxn modelId="{C9E67694-5255-4FF4-831D-87524A024DB7}" type="presOf" srcId="{2FE93A97-5DC8-4B9B-B7BA-862ADC8B20F8}" destId="{8DC94C74-C9AD-4933-9E48-63C9BBE5AFB8}" srcOrd="1" destOrd="5" presId="urn:microsoft.com/office/officeart/2005/8/layout/hProcess4"/>
    <dgm:cxn modelId="{242016AA-B0F5-431A-8EC8-4041771D0161}" type="presOf" srcId="{8853456A-82AF-4D63-9557-5C2549D6CCCA}" destId="{8DC94C74-C9AD-4933-9E48-63C9BBE5AFB8}" srcOrd="1" destOrd="1" presId="urn:microsoft.com/office/officeart/2005/8/layout/hProcess4"/>
    <dgm:cxn modelId="{EDFC8AAB-F24C-42AA-B553-94F04AAF4915}" srcId="{2D0C8914-D217-4B87-8111-DF93D8E05F52}" destId="{8853456A-82AF-4D63-9557-5C2549D6CCCA}" srcOrd="1" destOrd="0" parTransId="{C4CC9DAC-0793-4D9E-976E-23CA0BEEC784}" sibTransId="{6704ABEE-1CA7-4E47-AB1C-C1C3571EC14B}"/>
    <dgm:cxn modelId="{C106C7B3-B914-4128-A3DD-83DFB4A1275A}" type="presOf" srcId="{72F4517B-E156-458C-8C2F-C2973F489408}" destId="{1C6786B6-8A11-45B3-A2B2-DC33A7D5790E}" srcOrd="0" destOrd="4" presId="urn:microsoft.com/office/officeart/2005/8/layout/hProcess4"/>
    <dgm:cxn modelId="{5E223DBF-1188-410C-9E40-495CF3AA8F0F}" srcId="{8C95BAEB-3D69-4188-A818-D0522EE87479}" destId="{8125C686-6A53-4748-AEEF-B186D8AFFD18}" srcOrd="0" destOrd="0" parTransId="{91127CE9-BC7E-42D4-8B44-6AFF4B954448}" sibTransId="{C4076357-24EC-4512-8937-98D5BD715D4B}"/>
    <dgm:cxn modelId="{B7BD6BCC-8BE4-4016-8710-3008E79A8A43}" srcId="{2D0C8914-D217-4B87-8111-DF93D8E05F52}" destId="{72F4517B-E156-458C-8C2F-C2973F489408}" srcOrd="4" destOrd="0" parTransId="{19089C05-D24E-42E8-86D2-D0A50525B50B}" sibTransId="{21B40D0F-4CFC-4BB6-AF53-1520FDF68454}"/>
    <dgm:cxn modelId="{A4318FD9-92D9-4A52-B3BE-749156A6E2AD}" type="presOf" srcId="{2FE93A97-5DC8-4B9B-B7BA-862ADC8B20F8}" destId="{1C6786B6-8A11-45B3-A2B2-DC33A7D5790E}" srcOrd="0" destOrd="5" presId="urn:microsoft.com/office/officeart/2005/8/layout/hProcess4"/>
    <dgm:cxn modelId="{4A8586DC-0BAE-4277-852C-FD786FD64BC5}" type="presOf" srcId="{8125C686-6A53-4748-AEEF-B186D8AFFD18}" destId="{38F7599E-DA4E-42C1-8950-2B091A4D6BFA}" srcOrd="1" destOrd="0" presId="urn:microsoft.com/office/officeart/2005/8/layout/hProcess4"/>
    <dgm:cxn modelId="{2A2535F0-4A64-4281-8ACA-6EA90B5E38FE}" type="presOf" srcId="{5555E4F9-BDF1-4A51-9DAC-A629E612AFD7}" destId="{1C6786B6-8A11-45B3-A2B2-DC33A7D5790E}" srcOrd="0" destOrd="2" presId="urn:microsoft.com/office/officeart/2005/8/layout/hProcess4"/>
    <dgm:cxn modelId="{401F9AF3-1557-4075-A209-96F94F0C14FD}" type="presOf" srcId="{2D0C8914-D217-4B87-8111-DF93D8E05F52}" destId="{BCFCB2AB-72EE-474E-8BC1-265C65B963A9}" srcOrd="0" destOrd="0" presId="urn:microsoft.com/office/officeart/2005/8/layout/hProcess4"/>
    <dgm:cxn modelId="{D86E66FB-A769-49D9-887A-2194AAC215F5}" type="presOf" srcId="{927AA76E-CD01-43D9-BBFE-A3AC92EC7631}" destId="{8DC94C74-C9AD-4933-9E48-63C9BBE5AFB8}" srcOrd="1" destOrd="0" presId="urn:microsoft.com/office/officeart/2005/8/layout/hProcess4"/>
    <dgm:cxn modelId="{39B06262-0BCC-48DE-AF1F-AAB9DE58598C}" type="presParOf" srcId="{EBD487FB-414F-4E06-A44C-FA8ECF308088}" destId="{932830A9-4258-4DAF-9D42-597F4BA76CFA}" srcOrd="0" destOrd="0" presId="urn:microsoft.com/office/officeart/2005/8/layout/hProcess4"/>
    <dgm:cxn modelId="{9A385C24-97C2-4E29-88BD-13A5E1DAC6CF}" type="presParOf" srcId="{EBD487FB-414F-4E06-A44C-FA8ECF308088}" destId="{83E88471-D388-442D-83E1-80240DD0B932}" srcOrd="1" destOrd="0" presId="urn:microsoft.com/office/officeart/2005/8/layout/hProcess4"/>
    <dgm:cxn modelId="{DDF3A9E6-5833-4D16-8A50-2281BC0D6B3B}" type="presParOf" srcId="{EBD487FB-414F-4E06-A44C-FA8ECF308088}" destId="{488A8D45-243D-4546-BD37-7B900B16CDD1}" srcOrd="2" destOrd="0" presId="urn:microsoft.com/office/officeart/2005/8/layout/hProcess4"/>
    <dgm:cxn modelId="{A047530C-A78B-4EE0-8E78-01D1EBFD8E8C}" type="presParOf" srcId="{488A8D45-243D-4546-BD37-7B900B16CDD1}" destId="{ECC0DB39-E835-45E2-874A-EA159A20184B}" srcOrd="0" destOrd="0" presId="urn:microsoft.com/office/officeart/2005/8/layout/hProcess4"/>
    <dgm:cxn modelId="{FA2FE591-F7E0-4BF4-93CC-23ADCAE949EB}" type="presParOf" srcId="{ECC0DB39-E835-45E2-874A-EA159A20184B}" destId="{6B658F55-19AD-42AB-96C8-BAB5C8951E34}" srcOrd="0" destOrd="0" presId="urn:microsoft.com/office/officeart/2005/8/layout/hProcess4"/>
    <dgm:cxn modelId="{14EA975D-8A92-4FE2-B9FD-F9783F7F7B35}" type="presParOf" srcId="{ECC0DB39-E835-45E2-874A-EA159A20184B}" destId="{459D2309-0A75-4493-B209-7C22877BF9EC}" srcOrd="1" destOrd="0" presId="urn:microsoft.com/office/officeart/2005/8/layout/hProcess4"/>
    <dgm:cxn modelId="{261E8D9B-4A00-4A81-8DA3-374F413057B3}" type="presParOf" srcId="{ECC0DB39-E835-45E2-874A-EA159A20184B}" destId="{38F7599E-DA4E-42C1-8950-2B091A4D6BFA}" srcOrd="2" destOrd="0" presId="urn:microsoft.com/office/officeart/2005/8/layout/hProcess4"/>
    <dgm:cxn modelId="{14568F01-8AEF-46F1-9035-0641892E1957}" type="presParOf" srcId="{ECC0DB39-E835-45E2-874A-EA159A20184B}" destId="{0D50CBA4-AF38-4549-BF35-B1CD50797486}" srcOrd="3" destOrd="0" presId="urn:microsoft.com/office/officeart/2005/8/layout/hProcess4"/>
    <dgm:cxn modelId="{D3CA06A9-70F3-453C-846C-B81CBB94610E}" type="presParOf" srcId="{ECC0DB39-E835-45E2-874A-EA159A20184B}" destId="{3E42B09F-D2D7-45D1-ABCD-D68957B22346}" srcOrd="4" destOrd="0" presId="urn:microsoft.com/office/officeart/2005/8/layout/hProcess4"/>
    <dgm:cxn modelId="{CC7D0266-8399-4597-9A6B-5EA8EEE78388}" type="presParOf" srcId="{488A8D45-243D-4546-BD37-7B900B16CDD1}" destId="{ED055228-E220-4023-A680-6127B4904C44}" srcOrd="1" destOrd="0" presId="urn:microsoft.com/office/officeart/2005/8/layout/hProcess4"/>
    <dgm:cxn modelId="{08A219CB-2EB4-4336-A15C-D95BDEB66E6E}" type="presParOf" srcId="{488A8D45-243D-4546-BD37-7B900B16CDD1}" destId="{2DD8A7FF-04FB-45BA-A2B0-85E880874AB3}" srcOrd="2" destOrd="0" presId="urn:microsoft.com/office/officeart/2005/8/layout/hProcess4"/>
    <dgm:cxn modelId="{81E7998B-FDD8-4A7D-A861-7CEA8D909D56}" type="presParOf" srcId="{2DD8A7FF-04FB-45BA-A2B0-85E880874AB3}" destId="{393C1F26-DF5C-4842-84DA-301CFC122E34}" srcOrd="0" destOrd="0" presId="urn:microsoft.com/office/officeart/2005/8/layout/hProcess4"/>
    <dgm:cxn modelId="{F32604A4-E75C-4A53-9570-F0AA34211D8C}" type="presParOf" srcId="{2DD8A7FF-04FB-45BA-A2B0-85E880874AB3}" destId="{1C6786B6-8A11-45B3-A2B2-DC33A7D5790E}" srcOrd="1" destOrd="0" presId="urn:microsoft.com/office/officeart/2005/8/layout/hProcess4"/>
    <dgm:cxn modelId="{52620F6B-CECA-4D1E-8EA2-71326665CA81}" type="presParOf" srcId="{2DD8A7FF-04FB-45BA-A2B0-85E880874AB3}" destId="{8DC94C74-C9AD-4933-9E48-63C9BBE5AFB8}" srcOrd="2" destOrd="0" presId="urn:microsoft.com/office/officeart/2005/8/layout/hProcess4"/>
    <dgm:cxn modelId="{389E4CA1-870B-4EE2-8C19-2767F66B08DE}" type="presParOf" srcId="{2DD8A7FF-04FB-45BA-A2B0-85E880874AB3}" destId="{BCFCB2AB-72EE-474E-8BC1-265C65B963A9}" srcOrd="3" destOrd="0" presId="urn:microsoft.com/office/officeart/2005/8/layout/hProcess4"/>
    <dgm:cxn modelId="{1E7BAC54-AB9D-48BD-B9D5-0B2EA6CD836E}" type="presParOf" srcId="{2DD8A7FF-04FB-45BA-A2B0-85E880874AB3}" destId="{ED405363-67BC-4056-8F9C-1CBE000E932C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9D2309-0A75-4493-B209-7C22877BF9EC}">
      <dsp:nvSpPr>
        <dsp:cNvPr id="0" name=""/>
        <dsp:cNvSpPr/>
      </dsp:nvSpPr>
      <dsp:spPr>
        <a:xfrm>
          <a:off x="714" y="1261220"/>
          <a:ext cx="2833318" cy="23368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US" sz="2000" kern="1200" dirty="0" err="1"/>
            <a:t>Pemodelan</a:t>
          </a:r>
          <a:r>
            <a:rPr lang="en-US" sz="2000" kern="1200" dirty="0"/>
            <a:t> proses PL</a:t>
          </a:r>
          <a:endParaRPr lang="en-ID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US" sz="2000" kern="1200" dirty="0" err="1"/>
            <a:t>Pemahaman</a:t>
          </a:r>
          <a:r>
            <a:rPr lang="en-US" sz="2000" kern="1200" dirty="0"/>
            <a:t> </a:t>
          </a:r>
          <a:r>
            <a:rPr lang="en-US" sz="2000" kern="1200" dirty="0" err="1"/>
            <a:t>pengembangan</a:t>
          </a:r>
          <a:r>
            <a:rPr lang="en-US" sz="2000" kern="1200" dirty="0"/>
            <a:t>  </a:t>
          </a:r>
          <a:r>
            <a:rPr lang="en-US" sz="2000" kern="1200" dirty="0" err="1"/>
            <a:t>beserta</a:t>
          </a:r>
          <a:r>
            <a:rPr lang="en-US" sz="2000" kern="1200" dirty="0"/>
            <a:t> </a:t>
          </a:r>
          <a:r>
            <a:rPr lang="en-US" sz="2000" kern="1200" dirty="0" err="1"/>
            <a:t>pengujiannya</a:t>
          </a:r>
          <a:endParaRPr lang="en-ID" sz="2000" kern="1200" dirty="0"/>
        </a:p>
      </dsp:txBody>
      <dsp:txXfrm>
        <a:off x="54492" y="1314998"/>
        <a:ext cx="2725762" cy="1728575"/>
      </dsp:txXfrm>
    </dsp:sp>
    <dsp:sp modelId="{ED055228-E220-4023-A680-6127B4904C44}">
      <dsp:nvSpPr>
        <dsp:cNvPr id="0" name=""/>
        <dsp:cNvSpPr/>
      </dsp:nvSpPr>
      <dsp:spPr>
        <a:xfrm>
          <a:off x="1539802" y="1056947"/>
          <a:ext cx="4135760" cy="4135760"/>
        </a:xfrm>
        <a:prstGeom prst="leftCircularArrow">
          <a:avLst>
            <a:gd name="adj1" fmla="val 2073"/>
            <a:gd name="adj2" fmla="val 248791"/>
            <a:gd name="adj3" fmla="val 2026776"/>
            <a:gd name="adj4" fmla="val 9026964"/>
            <a:gd name="adj5" fmla="val 2419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50CBA4-AF38-4549-BF35-B1CD50797486}">
      <dsp:nvSpPr>
        <dsp:cNvPr id="0" name=""/>
        <dsp:cNvSpPr/>
      </dsp:nvSpPr>
      <dsp:spPr>
        <a:xfrm>
          <a:off x="630341" y="3097352"/>
          <a:ext cx="2518505" cy="100152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 err="1"/>
            <a:t>Capaian</a:t>
          </a:r>
          <a:r>
            <a:rPr lang="en-US" sz="2800" b="1" kern="1200" dirty="0"/>
            <a:t> </a:t>
          </a:r>
          <a:r>
            <a:rPr lang="en-US" sz="2800" b="1" kern="1200" dirty="0" err="1"/>
            <a:t>Matakuliah</a:t>
          </a:r>
          <a:r>
            <a:rPr lang="en-US" sz="2800" b="1" kern="1200" dirty="0"/>
            <a:t> RPL</a:t>
          </a:r>
          <a:endParaRPr lang="en-ID" sz="2800" b="1" kern="1200" dirty="0"/>
        </a:p>
      </dsp:txBody>
      <dsp:txXfrm>
        <a:off x="659675" y="3126686"/>
        <a:ext cx="2459837" cy="942858"/>
      </dsp:txXfrm>
    </dsp:sp>
    <dsp:sp modelId="{1C6786B6-8A11-45B3-A2B2-DC33A7D5790E}">
      <dsp:nvSpPr>
        <dsp:cNvPr id="0" name=""/>
        <dsp:cNvSpPr/>
      </dsp:nvSpPr>
      <dsp:spPr>
        <a:xfrm>
          <a:off x="3557131" y="912619"/>
          <a:ext cx="4762241" cy="30291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2000" kern="1200" dirty="0"/>
            <a:t>0) SAP</a:t>
          </a:r>
          <a:endParaRPr lang="en-ID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US" sz="2000" kern="1200" dirty="0"/>
            <a:t>Introduction</a:t>
          </a:r>
          <a:endParaRPr lang="en-ID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US" sz="2000" kern="1200" dirty="0"/>
            <a:t>Process</a:t>
          </a:r>
          <a:endParaRPr lang="en-ID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US" sz="2000" kern="1200" dirty="0"/>
            <a:t>Methodology</a:t>
          </a:r>
          <a:endParaRPr lang="en-ID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US" sz="2000" kern="1200" dirty="0"/>
            <a:t>Quality</a:t>
          </a:r>
          <a:endParaRPr lang="en-ID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US" sz="2000" kern="1200" dirty="0"/>
            <a:t>Research</a:t>
          </a:r>
          <a:endParaRPr lang="en-ID" sz="2000" kern="1200" dirty="0"/>
        </a:p>
      </dsp:txBody>
      <dsp:txXfrm>
        <a:off x="3626840" y="1631432"/>
        <a:ext cx="4622823" cy="2240631"/>
      </dsp:txXfrm>
    </dsp:sp>
    <dsp:sp modelId="{BCFCB2AB-72EE-474E-8BC1-265C65B963A9}">
      <dsp:nvSpPr>
        <dsp:cNvPr id="0" name=""/>
        <dsp:cNvSpPr/>
      </dsp:nvSpPr>
      <dsp:spPr>
        <a:xfrm>
          <a:off x="5151219" y="757985"/>
          <a:ext cx="2518505" cy="1001526"/>
        </a:xfrm>
        <a:prstGeom prst="roundRect">
          <a:avLst>
            <a:gd name="adj" fmla="val 1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 err="1"/>
            <a:t>Bahasan</a:t>
          </a:r>
          <a:r>
            <a:rPr lang="en-US" sz="2800" b="1" kern="1200" dirty="0"/>
            <a:t> RPL</a:t>
          </a:r>
          <a:endParaRPr lang="en-ID" sz="2800" b="1" kern="1200" dirty="0"/>
        </a:p>
      </dsp:txBody>
      <dsp:txXfrm>
        <a:off x="5180553" y="787319"/>
        <a:ext cx="2459837" cy="9428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21BEF-BE28-4E76-9D60-7138FB889744}" type="datetimeFigureOut">
              <a:rPr lang="en-US" smtClean="0"/>
              <a:t>1/28/2019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A3C49-5868-4E61-A677-62436B989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9974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CF35F7-200E-49D6-8B7C-AD2DD13040E3}" type="datetimeFigureOut">
              <a:rPr lang="id-ID" smtClean="0"/>
              <a:t>28/01/2019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517B7-8B0C-443C-8177-3FD29EF0AB9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6627367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628650" y="2062163"/>
            <a:ext cx="7886700" cy="1396785"/>
          </a:xfrm>
        </p:spPr>
        <p:txBody>
          <a:bodyPr anchor="b">
            <a:normAutofit/>
          </a:bodyPr>
          <a:lstStyle>
            <a:lvl1pPr algn="ctr">
              <a:defRPr sz="6500" b="1">
                <a:latin typeface="Agency FB" panose="020B0503020202020204" pitchFamily="34" charset="0"/>
              </a:defRPr>
            </a:lvl1pPr>
          </a:lstStyle>
          <a:p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Presentasi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28650" y="3602038"/>
            <a:ext cx="7886700" cy="1655762"/>
          </a:xfrm>
        </p:spPr>
        <p:txBody>
          <a:bodyPr/>
          <a:lstStyle>
            <a:lvl1pPr marL="0" indent="0" algn="ctr">
              <a:buNone/>
              <a:defRPr sz="2400">
                <a:latin typeface="Agency FB" panose="020B0503020202020204" pitchFamily="34" charset="0"/>
                <a:ea typeface="Adobe Heiti Std R" panose="020B0400000000000000" pitchFamily="34" charset="-128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297A3D-1EBC-4C20-A6D0-B4AB835648C5}"/>
              </a:ext>
            </a:extLst>
          </p:cNvPr>
          <p:cNvGrpSpPr/>
          <p:nvPr userDrawn="1"/>
        </p:nvGrpSpPr>
        <p:grpSpPr>
          <a:xfrm>
            <a:off x="7224765" y="6522818"/>
            <a:ext cx="1919235" cy="335186"/>
            <a:chOff x="7224765" y="6522818"/>
            <a:chExt cx="1919235" cy="335186"/>
          </a:xfrm>
        </p:grpSpPr>
        <p:sp>
          <p:nvSpPr>
            <p:cNvPr id="20" name="Rectangle 19"/>
            <p:cNvSpPr/>
            <p:nvPr userDrawn="1"/>
          </p:nvSpPr>
          <p:spPr>
            <a:xfrm>
              <a:off x="7224765" y="6541203"/>
              <a:ext cx="1525369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0" i="0" dirty="0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github.com/</a:t>
              </a: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pribbadi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105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oconk.heck.in/files/caramemperbaikilamputl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8165" y="496389"/>
            <a:ext cx="1456955" cy="157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6571" y="496389"/>
            <a:ext cx="6970341" cy="6022268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  <a:lvl2pPr marL="685766" indent="-228589">
              <a:buFont typeface="Wingdings" panose="05000000000000000000" pitchFamily="2" charset="2"/>
              <a:buChar char="q"/>
              <a:defRPr/>
            </a:lvl2pPr>
            <a:lvl3pPr marL="1142942" indent="-228589">
              <a:buFont typeface="Wingdings" panose="05000000000000000000" pitchFamily="2" charset="2"/>
              <a:buChar char="q"/>
              <a:defRPr/>
            </a:lvl3pPr>
            <a:lvl4pPr marL="1600120" indent="-228589">
              <a:buFont typeface="Wingdings" panose="05000000000000000000" pitchFamily="2" charset="2"/>
              <a:buChar char="q"/>
              <a:defRPr/>
            </a:lvl4pPr>
            <a:lvl5pPr marL="2057298" indent="-228589">
              <a:buFont typeface="Wingdings" panose="05000000000000000000" pitchFamily="2" charset="2"/>
              <a:buChar char="q"/>
              <a:defRPr/>
            </a:lvl5pPr>
          </a:lstStyle>
          <a:p>
            <a:pPr lvl="0"/>
            <a:r>
              <a:rPr lang="en-US" dirty="0" err="1"/>
              <a:t>Tulisan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00F4DB5-00C7-4905-B095-1C925C100174}"/>
              </a:ext>
            </a:extLst>
          </p:cNvPr>
          <p:cNvGrpSpPr/>
          <p:nvPr userDrawn="1"/>
        </p:nvGrpSpPr>
        <p:grpSpPr>
          <a:xfrm>
            <a:off x="7224765" y="6522818"/>
            <a:ext cx="1919235" cy="335186"/>
            <a:chOff x="7224765" y="6522818"/>
            <a:chExt cx="1919235" cy="33518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16FB315-FD54-4B90-B9E4-596288841BCA}"/>
                </a:ext>
              </a:extLst>
            </p:cNvPr>
            <p:cNvSpPr/>
            <p:nvPr userDrawn="1"/>
          </p:nvSpPr>
          <p:spPr>
            <a:xfrm>
              <a:off x="7224765" y="6541203"/>
              <a:ext cx="1525369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0" i="0" dirty="0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github.com/</a:t>
              </a: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pribbadi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1AD62C-9662-42E2-99DC-50A83134567A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9234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A4E4CBB-11DB-4375-8E7F-D0E826D2B23B}"/>
              </a:ext>
            </a:extLst>
          </p:cNvPr>
          <p:cNvGrpSpPr/>
          <p:nvPr userDrawn="1"/>
        </p:nvGrpSpPr>
        <p:grpSpPr>
          <a:xfrm>
            <a:off x="7224765" y="6522818"/>
            <a:ext cx="1919235" cy="335186"/>
            <a:chOff x="7224765" y="6522818"/>
            <a:chExt cx="1919235" cy="33518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BD7670F-1976-408C-A8BC-403D8A34CFF9}"/>
                </a:ext>
              </a:extLst>
            </p:cNvPr>
            <p:cNvSpPr/>
            <p:nvPr userDrawn="1"/>
          </p:nvSpPr>
          <p:spPr>
            <a:xfrm>
              <a:off x="7224765" y="6541203"/>
              <a:ext cx="1525369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0" i="0" dirty="0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github.com/</a:t>
              </a: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pribbadi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9A9161-D451-450F-AFA6-503E3F2E4E34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75263" y="116932"/>
            <a:ext cx="8778231" cy="1233036"/>
          </a:xfrm>
        </p:spPr>
        <p:txBody>
          <a:bodyPr/>
          <a:lstStyle>
            <a:lvl1pPr>
              <a:defRPr baseline="0"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Road Map </a:t>
            </a:r>
            <a:r>
              <a:rPr lang="en-US" dirty="0" err="1"/>
              <a:t>Presentasi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5269" y="1668282"/>
            <a:ext cx="8778231" cy="4854536"/>
          </a:xfrm>
        </p:spPr>
        <p:txBody>
          <a:bodyPr>
            <a:normAutofit/>
          </a:bodyPr>
          <a:lstStyle>
            <a:lvl1pPr marL="404793" indent="-404793">
              <a:buFont typeface="+mj-lt"/>
              <a:buAutoNum type="romanUcPeriod"/>
              <a:defRPr sz="3200" baseline="0"/>
            </a:lvl1pPr>
            <a:lvl2pPr marL="914354" indent="-457178">
              <a:buFont typeface="+mj-lt"/>
              <a:buAutoNum type="arabicPeriod"/>
              <a:defRPr sz="2800"/>
            </a:lvl2pPr>
            <a:lvl3pPr marL="1371532" indent="-457178">
              <a:buFont typeface="+mj-lt"/>
              <a:buAutoNum type="alphaLcPeriod"/>
              <a:defRPr sz="2400"/>
            </a:lvl3pPr>
            <a:lvl4pPr marL="1714414" indent="-342882">
              <a:buFont typeface="+mj-lt"/>
              <a:buAutoNum type="arabicParenR"/>
              <a:defRPr sz="2000"/>
            </a:lvl4pPr>
            <a:lvl5pPr marL="2171592" indent="-342882">
              <a:buFont typeface="+mj-lt"/>
              <a:buAutoNum type="alphaLcParenR"/>
              <a:defRPr sz="2000"/>
            </a:lvl5pPr>
          </a:lstStyle>
          <a:p>
            <a:pPr lvl="0"/>
            <a:r>
              <a:rPr lang="en-US" dirty="0"/>
              <a:t>Bab </a:t>
            </a:r>
          </a:p>
          <a:p>
            <a:pPr lvl="1"/>
            <a:r>
              <a:rPr lang="en-US" dirty="0"/>
              <a:t>Sub Bab</a:t>
            </a:r>
          </a:p>
          <a:p>
            <a:pPr lvl="2"/>
            <a:r>
              <a:rPr lang="en-US" dirty="0"/>
              <a:t>Sub Bab Level 2</a:t>
            </a:r>
          </a:p>
          <a:p>
            <a:pPr lvl="3"/>
            <a:r>
              <a:rPr lang="en-US" dirty="0"/>
              <a:t>Sub Bab Level 3</a:t>
            </a:r>
          </a:p>
          <a:p>
            <a:pPr lvl="4"/>
            <a:r>
              <a:rPr lang="en-US" dirty="0"/>
              <a:t>Sub Bab level 4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" y="1391516"/>
            <a:ext cx="8953493" cy="24550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13181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4B5A0EF-C0D4-4AB6-8B47-EA8C8528EA3F}"/>
              </a:ext>
            </a:extLst>
          </p:cNvPr>
          <p:cNvGrpSpPr/>
          <p:nvPr userDrawn="1"/>
        </p:nvGrpSpPr>
        <p:grpSpPr>
          <a:xfrm>
            <a:off x="7224765" y="6522818"/>
            <a:ext cx="1919235" cy="335186"/>
            <a:chOff x="7224765" y="6522818"/>
            <a:chExt cx="1919235" cy="33518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A403323-CA68-453C-9964-34B60E2CC64C}"/>
                </a:ext>
              </a:extLst>
            </p:cNvPr>
            <p:cNvSpPr/>
            <p:nvPr userDrawn="1"/>
          </p:nvSpPr>
          <p:spPr>
            <a:xfrm>
              <a:off x="7224765" y="6541203"/>
              <a:ext cx="1525369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0" i="0" dirty="0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github.com/</a:t>
              </a: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pribbadi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B69B911-82BA-483A-863C-BC6C4A089387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120463"/>
            <a:ext cx="7410449" cy="2308538"/>
          </a:xfrm>
        </p:spPr>
        <p:txBody>
          <a:bodyPr anchor="b">
            <a:normAutofit/>
          </a:bodyPr>
          <a:lstStyle>
            <a:lvl1pPr>
              <a:defRPr sz="5000"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Bab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1851" y="3541690"/>
            <a:ext cx="7410449" cy="2547973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  <a:latin typeface="Agency FB" panose="020B0503020202020204" pitchFamily="34" charset="0"/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142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03041A6-C765-4622-86B2-DDA9343F9D24}"/>
              </a:ext>
            </a:extLst>
          </p:cNvPr>
          <p:cNvGrpSpPr/>
          <p:nvPr userDrawn="1"/>
        </p:nvGrpSpPr>
        <p:grpSpPr>
          <a:xfrm>
            <a:off x="7224765" y="6522818"/>
            <a:ext cx="1919235" cy="335186"/>
            <a:chOff x="7224765" y="6522818"/>
            <a:chExt cx="1919235" cy="33518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870A0DD-472C-4682-B4FC-87D3609EB793}"/>
                </a:ext>
              </a:extLst>
            </p:cNvPr>
            <p:cNvSpPr/>
            <p:nvPr userDrawn="1"/>
          </p:nvSpPr>
          <p:spPr>
            <a:xfrm>
              <a:off x="7224765" y="6541203"/>
              <a:ext cx="1525369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0" i="0" dirty="0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github.com/</a:t>
              </a: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pribbadi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AE50A2E-E2C4-47B5-8A5E-A24BC144E298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6251" y="116943"/>
            <a:ext cx="8319407" cy="1325563"/>
          </a:xfrm>
        </p:spPr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Bab L1/ L2 /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251" y="1658982"/>
            <a:ext cx="8319406" cy="4859675"/>
          </a:xfrm>
        </p:spPr>
        <p:txBody>
          <a:bodyPr/>
          <a:lstStyle>
            <a:lvl1pPr marL="457178" indent="-457178">
              <a:buFont typeface="Wingdings" panose="05000000000000000000" pitchFamily="2" charset="2"/>
              <a:buChar char="q"/>
              <a:defRPr/>
            </a:lvl1pPr>
            <a:lvl2pPr marL="685766" indent="-228589">
              <a:buFont typeface="Wingdings" panose="05000000000000000000" pitchFamily="2" charset="2"/>
              <a:buChar char="q"/>
              <a:defRPr/>
            </a:lvl2pPr>
            <a:lvl3pPr marL="1142942" indent="-228589">
              <a:buFont typeface="Wingdings" panose="05000000000000000000" pitchFamily="2" charset="2"/>
              <a:buChar char="q"/>
              <a:defRPr/>
            </a:lvl3pPr>
            <a:lvl4pPr marL="1600120" indent="-228589">
              <a:buFont typeface="Wingdings" panose="05000000000000000000" pitchFamily="2" charset="2"/>
              <a:buChar char="q"/>
              <a:defRPr/>
            </a:lvl4pPr>
            <a:lvl5pPr marL="2057298" indent="-228589">
              <a:buFont typeface="Wingdings" panose="05000000000000000000" pitchFamily="2" charset="2"/>
              <a:buChar char="q"/>
              <a:defRPr/>
            </a:lvl5pPr>
          </a:lstStyle>
          <a:p>
            <a:pPr lvl="0"/>
            <a:r>
              <a:rPr lang="en-US" dirty="0" err="1"/>
              <a:t>Teks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115910" y="116943"/>
            <a:ext cx="309707" cy="132556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23696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d-ID"/>
              <a:t>2017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CABF6-CC33-4333-ADC2-3645AF387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37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ibbadi/Rekayasa-Perangkat-Luna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628650" y="4450177"/>
            <a:ext cx="7886700" cy="1655762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sz="3200" dirty="0" err="1"/>
              <a:t>Teguh</a:t>
            </a:r>
            <a:r>
              <a:rPr lang="en-US" sz="3200" dirty="0"/>
              <a:t> </a:t>
            </a:r>
            <a:r>
              <a:rPr lang="en-US" sz="3200" dirty="0" err="1"/>
              <a:t>Pribadi</a:t>
            </a:r>
            <a:endParaRPr lang="en-US" sz="3200" dirty="0"/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http://www.teguhpribadi</a:t>
            </a:r>
            <a:r>
              <a:rPr lang="id-ID" dirty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wa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/telegram 0857 3600 3963 ||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wa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/call 082 337 475 885</a:t>
            </a:r>
            <a:endParaRPr lang="en-US" b="1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8900" y="2062163"/>
            <a:ext cx="8966200" cy="1396785"/>
          </a:xfrm>
        </p:spPr>
        <p:txBody>
          <a:bodyPr>
            <a:normAutofit/>
          </a:bodyPr>
          <a:lstStyle/>
          <a:p>
            <a:r>
              <a:rPr lang="en-US" sz="4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REKAYASA PERANGKAT LUNAK </a:t>
            </a:r>
            <a:r>
              <a:rPr lang="en-US" sz="2400" dirty="0">
                <a:solidFill>
                  <a:prstClr val="white">
                    <a:lumMod val="65000"/>
                  </a:prstClr>
                </a:solidFill>
                <a:ea typeface="Adobe Heiti Std R" panose="020B0400000000000000" pitchFamily="34" charset="-128"/>
                <a:cs typeface="+mn-cs"/>
                <a:hlinkClick r:id="rId2"/>
              </a:rPr>
              <a:t>gg.gg/</a:t>
            </a:r>
            <a:r>
              <a:rPr lang="en-US" sz="2400" dirty="0" err="1">
                <a:solidFill>
                  <a:prstClr val="white">
                    <a:lumMod val="65000"/>
                  </a:prstClr>
                </a:solidFill>
                <a:ea typeface="Adobe Heiti Std R" panose="020B0400000000000000" pitchFamily="34" charset="-128"/>
                <a:cs typeface="+mn-cs"/>
                <a:hlinkClick r:id="rId2"/>
              </a:rPr>
              <a:t>rplunugiri</a:t>
            </a:r>
            <a:br>
              <a:rPr lang="en-US" sz="5900" dirty="0">
                <a:solidFill>
                  <a:prstClr val="black"/>
                </a:solidFill>
              </a:rPr>
            </a:br>
            <a:r>
              <a:rPr lang="id-ID" sz="3600" dirty="0">
                <a:solidFill>
                  <a:srgbClr val="0070C0"/>
                </a:solidFill>
              </a:rPr>
              <a:t>00. </a:t>
            </a:r>
            <a:r>
              <a:rPr lang="id-ID" sz="3500" dirty="0">
                <a:solidFill>
                  <a:srgbClr val="0070C0"/>
                </a:solidFill>
              </a:rPr>
              <a:t>Satuan Acara Perkuliahan (SAP)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053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d-ID" b="1" dirty="0"/>
              <a:t>Satuan Acara Perkuliahan (SAP)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3550" indent="-463550">
              <a:buFont typeface="+mj-lt"/>
              <a:buAutoNum type="arabicParenR"/>
            </a:pPr>
            <a:r>
              <a:rPr lang="id-ID" dirty="0">
                <a:latin typeface="Agency FB" panose="020B0503020202020204" pitchFamily="34" charset="0"/>
              </a:rPr>
              <a:t>Informasi Matakuliah </a:t>
            </a:r>
          </a:p>
          <a:p>
            <a:pPr marL="463550" indent="-463550">
              <a:buFont typeface="+mj-lt"/>
              <a:buAutoNum type="arabicParenR"/>
            </a:pPr>
            <a:r>
              <a:rPr lang="id-ID" dirty="0">
                <a:latin typeface="Agency FB" panose="020B0503020202020204" pitchFamily="34" charset="0"/>
              </a:rPr>
              <a:t>Kebutuhan Software</a:t>
            </a:r>
          </a:p>
          <a:p>
            <a:pPr marL="463550" indent="-463550">
              <a:buFont typeface="+mj-lt"/>
              <a:buAutoNum type="arabicParenR"/>
            </a:pPr>
            <a:r>
              <a:rPr lang="id-ID" dirty="0">
                <a:latin typeface="Agency FB" panose="020B0503020202020204" pitchFamily="34" charset="0"/>
              </a:rPr>
              <a:t>Referensi</a:t>
            </a:r>
          </a:p>
          <a:p>
            <a:pPr marL="463550" indent="-463550">
              <a:buFont typeface="+mj-lt"/>
              <a:buAutoNum type="arabicParenR"/>
            </a:pPr>
            <a:r>
              <a:rPr lang="id-ID" dirty="0">
                <a:latin typeface="Agency FB" panose="020B0503020202020204" pitchFamily="34" charset="0"/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00213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1)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Matakuliah</a:t>
            </a:r>
            <a:r>
              <a:rPr lang="en-US" dirty="0"/>
              <a:t> 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553097"/>
            <a:ext cx="7410449" cy="2839752"/>
          </a:xfrm>
        </p:spPr>
        <p:txBody>
          <a:bodyPr>
            <a:normAutofit/>
          </a:bodyPr>
          <a:lstStyle/>
          <a:p>
            <a:pPr marL="92075">
              <a:spcBef>
                <a:spcPts val="600"/>
              </a:spcBef>
            </a:pPr>
            <a:endParaRPr lang="id-ID" sz="2400" b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478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3600" b="1" dirty="0">
                <a:solidFill>
                  <a:srgbClr val="0070C0"/>
                </a:solidFill>
              </a:rPr>
              <a:t>Informasi Matakuliah</a:t>
            </a:r>
            <a:endParaRPr lang="id-ID" sz="4800" b="1" dirty="0">
              <a:solidFill>
                <a:srgbClr val="0070C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E0664-D5B2-45D5-BA83-72E2B6845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E40966-A53C-4350-812D-2ACED0E7F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1" y="1658982"/>
            <a:ext cx="8241907" cy="23252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8F0ECA-DFDF-43EC-9DB2-F971637D3B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617"/>
          <a:stretch/>
        </p:blipFill>
        <p:spPr>
          <a:xfrm>
            <a:off x="476251" y="3984183"/>
            <a:ext cx="8241908" cy="154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623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E17CE-B644-4346-B4F6-34EE413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Matakuliah</a:t>
            </a:r>
            <a:r>
              <a:rPr lang="en-US" dirty="0"/>
              <a:t> RPL</a:t>
            </a:r>
            <a:endParaRPr lang="en-ID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711B572A-8F56-4FD7-9F40-DCC6EF1C14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3176628"/>
              </p:ext>
            </p:extLst>
          </p:nvPr>
        </p:nvGraphicFramePr>
        <p:xfrm>
          <a:off x="476250" y="1658938"/>
          <a:ext cx="8320088" cy="4859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937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AC74E-5A4D-4154-B400-8C1F5D0FE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2) </a:t>
            </a:r>
            <a:r>
              <a:rPr lang="en-US" dirty="0" err="1"/>
              <a:t>Kebutuhan</a:t>
            </a:r>
            <a:r>
              <a:rPr lang="en-US" dirty="0"/>
              <a:t> Software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35012-4146-4473-9D31-514285FF7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7171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99D81-EE61-4ABB-B24B-4CC64A5C4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Kebutuhan</a:t>
            </a:r>
            <a:r>
              <a:rPr lang="en-US" dirty="0"/>
              <a:t> Software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17E98-B3F1-4E4B-869F-79C11D3D0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UML Design : </a:t>
            </a:r>
            <a:r>
              <a:rPr lang="en-US" dirty="0" err="1"/>
              <a:t>Sparx</a:t>
            </a:r>
            <a:r>
              <a:rPr lang="en-US" dirty="0"/>
              <a:t> Enterprise Architect 12/14, Visio 2019</a:t>
            </a:r>
          </a:p>
          <a:p>
            <a:r>
              <a:rPr lang="en-US" dirty="0"/>
              <a:t>DFD : Visio 2019</a:t>
            </a:r>
          </a:p>
          <a:p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27292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id-ID" dirty="0"/>
              <a:t>) </a:t>
            </a:r>
            <a:r>
              <a:rPr lang="en-US" dirty="0" err="1"/>
              <a:t>Referensi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553097"/>
            <a:ext cx="7410449" cy="2839752"/>
          </a:xfrm>
        </p:spPr>
        <p:txBody>
          <a:bodyPr>
            <a:normAutofit/>
          </a:bodyPr>
          <a:lstStyle/>
          <a:p>
            <a:pPr marL="92075">
              <a:spcBef>
                <a:spcPts val="600"/>
              </a:spcBef>
            </a:pPr>
            <a:endParaRPr lang="id-ID" sz="2400" b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262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16655-600D-410A-BB5A-7A2E73AE7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Referensi</a:t>
            </a:r>
            <a:r>
              <a:rPr lang="en-US" dirty="0"/>
              <a:t> (foundation)</a:t>
            </a:r>
            <a:endParaRPr lang="en-ID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2CEE14-42D7-4B19-8185-CDADE39F06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251" y="1400175"/>
            <a:ext cx="6205954" cy="534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49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A9EE1-FB86-46DC-BCEA-978C65016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Referensi</a:t>
            </a:r>
            <a:r>
              <a:rPr lang="en-US" dirty="0"/>
              <a:t> (process)</a:t>
            </a:r>
            <a:endParaRPr lang="en-ID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954B72-F13F-4A53-AD9E-33C1A223B9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342" y="1442505"/>
            <a:ext cx="4453703" cy="52985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E764B1-B362-44D8-B3EC-E0C7D9AA0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533" y="1442504"/>
            <a:ext cx="4396467" cy="372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29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16655-600D-410A-BB5A-7A2E73AE7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Referensi</a:t>
            </a:r>
            <a:r>
              <a:rPr lang="en-US" dirty="0"/>
              <a:t> (professional and industry)</a:t>
            </a:r>
            <a:endParaRPr lang="en-ID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ACA9B69-35A3-4C97-BBDA-E40D2F0383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251" y="1442506"/>
            <a:ext cx="8319407" cy="247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728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61E5B-28E5-4CFA-94FE-A0E7CEAD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Referensi</a:t>
            </a:r>
            <a:r>
              <a:rPr lang="en-US" dirty="0"/>
              <a:t> (quality assurance)</a:t>
            </a:r>
            <a:br>
              <a:rPr lang="en-US" dirty="0"/>
            </a:br>
            <a:endParaRPr lang="en-ID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774243D-7520-482A-B479-3B091A0A2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252" y="671799"/>
            <a:ext cx="4657452" cy="46661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6B3E86-6E75-4164-B0F3-D5ED9DFAE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36" y="5305183"/>
            <a:ext cx="4850271" cy="155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248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F70A4-CDBC-4B0E-8BBE-73E3D674E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28CB6E-122B-4F3B-8139-4683A3169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251" y="1442506"/>
            <a:ext cx="666224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242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3680</TotalTime>
  <Words>115</Words>
  <Application>Microsoft Office PowerPoint</Application>
  <PresentationFormat>On-screen Show (4:3)</PresentationFormat>
  <Paragraphs>32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Agency FB</vt:lpstr>
      <vt:lpstr>Arial</vt:lpstr>
      <vt:lpstr>Calibri</vt:lpstr>
      <vt:lpstr>Calibri Light</vt:lpstr>
      <vt:lpstr>Rockwell</vt:lpstr>
      <vt:lpstr>Segoe UI Semilight</vt:lpstr>
      <vt:lpstr>Wingdings</vt:lpstr>
      <vt:lpstr>Office Theme</vt:lpstr>
      <vt:lpstr>REKAYASA PERANGKAT LUNAK gg.gg/rplunugiri 00. Satuan Acara Perkuliahan (SAP)</vt:lpstr>
      <vt:lpstr>Satuan Acara Perkuliahan (SAP)</vt:lpstr>
      <vt:lpstr>1) Informasi Matakuliah </vt:lpstr>
      <vt:lpstr>Informasi Matakuliah</vt:lpstr>
      <vt:lpstr>Informasi Matakuliah RPL</vt:lpstr>
      <vt:lpstr>2) Kebutuhan Software</vt:lpstr>
      <vt:lpstr>Kebutuhan Software</vt:lpstr>
      <vt:lpstr>3) Referensi</vt:lpstr>
      <vt:lpstr>Referensi (foundation)</vt:lpstr>
      <vt:lpstr>Referensi (process)</vt:lpstr>
      <vt:lpstr>Referensi (professional and industry)</vt:lpstr>
      <vt:lpstr>Referensi (quality assurance) </vt:lpstr>
      <vt:lpstr>Research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TP</cp:lastModifiedBy>
  <cp:revision>2583</cp:revision>
  <dcterms:created xsi:type="dcterms:W3CDTF">2016-09-02T03:38:50Z</dcterms:created>
  <dcterms:modified xsi:type="dcterms:W3CDTF">2019-01-28T04:19:25Z</dcterms:modified>
</cp:coreProperties>
</file>